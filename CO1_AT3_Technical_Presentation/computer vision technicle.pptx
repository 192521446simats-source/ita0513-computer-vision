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0"/>
  </p:notesMasterIdLst>
  <p:handoutMasterIdLst>
    <p:handoutMasterId r:id="rId21"/>
  </p:handoutMasterIdLst>
  <p:sldIdLst>
    <p:sldId id="256" r:id="rId5"/>
    <p:sldId id="277" r:id="rId6"/>
    <p:sldId id="261" r:id="rId7"/>
    <p:sldId id="262" r:id="rId8"/>
    <p:sldId id="289" r:id="rId9"/>
    <p:sldId id="264" r:id="rId10"/>
    <p:sldId id="258" r:id="rId11"/>
    <p:sldId id="278" r:id="rId12"/>
    <p:sldId id="266" r:id="rId13"/>
    <p:sldId id="292" r:id="rId14"/>
    <p:sldId id="268" r:id="rId15"/>
    <p:sldId id="270" r:id="rId16"/>
    <p:sldId id="293" r:id="rId17"/>
    <p:sldId id="260" r:id="rId18"/>
    <p:sldId id="28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902FF4-F54C-417B-926D-3C735EFF7353}" v="100" dt="2026-10-09T02:49:14.552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0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erthii Sekar" userId="0f20720ff446f126" providerId="LiveId" clId="{8A5DB8E8-541D-40D5-9BC4-EEF962FA696D}"/>
    <pc:docChg chg="modSld">
      <pc:chgData name="Keerthii Sekar" userId="0f20720ff446f126" providerId="LiveId" clId="{8A5DB8E8-541D-40D5-9BC4-EEF962FA696D}" dt="2026-10-09T02:49:14.552" v="227" actId="1076"/>
      <pc:docMkLst>
        <pc:docMk/>
      </pc:docMkLst>
      <pc:sldChg chg="modSp mod">
        <pc:chgData name="Keerthii Sekar" userId="0f20720ff446f126" providerId="LiveId" clId="{8A5DB8E8-541D-40D5-9BC4-EEF962FA696D}" dt="2026-10-09T02:49:14.552" v="227" actId="1076"/>
        <pc:sldMkLst>
          <pc:docMk/>
          <pc:sldMk cId="1642425379" sldId="256"/>
        </pc:sldMkLst>
        <pc:spChg chg="mod">
          <ac:chgData name="Keerthii Sekar" userId="0f20720ff446f126" providerId="LiveId" clId="{8A5DB8E8-541D-40D5-9BC4-EEF962FA696D}" dt="2026-10-09T02:43:31.406" v="223" actId="20577"/>
          <ac:spMkLst>
            <pc:docMk/>
            <pc:sldMk cId="1642425379" sldId="256"/>
            <ac:spMk id="6" creationId="{07D9639E-EE74-8FDB-F9E2-9B46806377B0}"/>
          </ac:spMkLst>
        </pc:spChg>
        <pc:spChg chg="mod">
          <ac:chgData name="Keerthii Sekar" userId="0f20720ff446f126" providerId="LiveId" clId="{8A5DB8E8-541D-40D5-9BC4-EEF962FA696D}" dt="2026-10-09T02:41:40.881" v="219" actId="1076"/>
          <ac:spMkLst>
            <pc:docMk/>
            <pc:sldMk cId="1642425379" sldId="256"/>
            <ac:spMk id="8" creationId="{FA409427-B8EC-BC64-0075-F7B4479D6C9D}"/>
          </ac:spMkLst>
        </pc:spChg>
        <pc:picChg chg="mod">
          <ac:chgData name="Keerthii Sekar" userId="0f20720ff446f126" providerId="LiveId" clId="{8A5DB8E8-541D-40D5-9BC4-EEF962FA696D}" dt="2026-10-09T02:49:14.552" v="227" actId="1076"/>
          <ac:picMkLst>
            <pc:docMk/>
            <pc:sldMk cId="1642425379" sldId="256"/>
            <ac:picMk id="5" creationId="{9E887ABB-6FB5-FADB-C2D1-DD5C17390B38}"/>
          </ac:picMkLst>
        </pc:picChg>
      </pc:sldChg>
      <pc:sldChg chg="addSp modSp">
        <pc:chgData name="Keerthii Sekar" userId="0f20720ff446f126" providerId="LiveId" clId="{8A5DB8E8-541D-40D5-9BC4-EEF962FA696D}" dt="2026-10-08T15:15:35.684" v="36" actId="767"/>
        <pc:sldMkLst>
          <pc:docMk/>
          <pc:sldMk cId="707789176" sldId="258"/>
        </pc:sldMkLst>
        <pc:spChg chg="add mod">
          <ac:chgData name="Keerthii Sekar" userId="0f20720ff446f126" providerId="LiveId" clId="{8A5DB8E8-541D-40D5-9BC4-EEF962FA696D}" dt="2026-10-08T15:15:13.590" v="33"/>
          <ac:spMkLst>
            <pc:docMk/>
            <pc:sldMk cId="707789176" sldId="258"/>
            <ac:spMk id="5" creationId="{2D20D27F-CCA3-5311-5EAC-405BE858A97F}"/>
          </ac:spMkLst>
        </pc:spChg>
        <pc:spChg chg="add mod">
          <ac:chgData name="Keerthii Sekar" userId="0f20720ff446f126" providerId="LiveId" clId="{8A5DB8E8-541D-40D5-9BC4-EEF962FA696D}" dt="2026-10-08T15:15:33.747" v="35"/>
          <ac:spMkLst>
            <pc:docMk/>
            <pc:sldMk cId="707789176" sldId="258"/>
            <ac:spMk id="6" creationId="{C361FEB6-1CA8-1662-7211-0D0CFD74BEE0}"/>
          </ac:spMkLst>
        </pc:spChg>
        <pc:spChg chg="add mod">
          <ac:chgData name="Keerthii Sekar" userId="0f20720ff446f126" providerId="LiveId" clId="{8A5DB8E8-541D-40D5-9BC4-EEF962FA696D}" dt="2026-10-08T15:15:35.684" v="36" actId="767"/>
          <ac:spMkLst>
            <pc:docMk/>
            <pc:sldMk cId="707789176" sldId="258"/>
            <ac:spMk id="7" creationId="{5D16D0DD-7F75-5936-8066-20D755C6C36F}"/>
          </ac:spMkLst>
        </pc:spChg>
      </pc:sldChg>
      <pc:sldChg chg="addSp modSp">
        <pc:chgData name="Keerthii Sekar" userId="0f20720ff446f126" providerId="LiveId" clId="{8A5DB8E8-541D-40D5-9BC4-EEF962FA696D}" dt="2026-10-08T15:53:36.015" v="89"/>
        <pc:sldMkLst>
          <pc:docMk/>
          <pc:sldMk cId="566997565" sldId="260"/>
        </pc:sldMkLst>
        <pc:spChg chg="add mod">
          <ac:chgData name="Keerthii Sekar" userId="0f20720ff446f126" providerId="LiveId" clId="{8A5DB8E8-541D-40D5-9BC4-EEF962FA696D}" dt="2026-10-08T15:53:19.339" v="87"/>
          <ac:spMkLst>
            <pc:docMk/>
            <pc:sldMk cId="566997565" sldId="260"/>
            <ac:spMk id="9" creationId="{CCBC195A-A679-BA95-AB17-48EECC673B44}"/>
          </ac:spMkLst>
        </pc:spChg>
        <pc:spChg chg="add mod">
          <ac:chgData name="Keerthii Sekar" userId="0f20720ff446f126" providerId="LiveId" clId="{8A5DB8E8-541D-40D5-9BC4-EEF962FA696D}" dt="2026-10-08T15:53:36.015" v="89"/>
          <ac:spMkLst>
            <pc:docMk/>
            <pc:sldMk cId="566997565" sldId="260"/>
            <ac:spMk id="10" creationId="{C417F49E-A1BA-A3A4-C373-B000FD787597}"/>
          </ac:spMkLst>
        </pc:spChg>
      </pc:sldChg>
      <pc:sldChg chg="addSp modSp">
        <pc:chgData name="Keerthii Sekar" userId="0f20720ff446f126" providerId="LiveId" clId="{8A5DB8E8-541D-40D5-9BC4-EEF962FA696D}" dt="2026-10-08T14:53:28.002" v="10"/>
        <pc:sldMkLst>
          <pc:docMk/>
          <pc:sldMk cId="1738561688" sldId="261"/>
        </pc:sldMkLst>
        <pc:spChg chg="add mod">
          <ac:chgData name="Keerthii Sekar" userId="0f20720ff446f126" providerId="LiveId" clId="{8A5DB8E8-541D-40D5-9BC4-EEF962FA696D}" dt="2026-10-08T14:47:42.803" v="4" actId="767"/>
          <ac:spMkLst>
            <pc:docMk/>
            <pc:sldMk cId="1738561688" sldId="261"/>
            <ac:spMk id="16" creationId="{9BD7BB19-85A6-252F-D49D-4093474472BF}"/>
          </ac:spMkLst>
        </pc:spChg>
        <pc:spChg chg="add mod">
          <ac:chgData name="Keerthii Sekar" userId="0f20720ff446f126" providerId="LiveId" clId="{8A5DB8E8-541D-40D5-9BC4-EEF962FA696D}" dt="2026-10-08T14:49:21.515" v="6"/>
          <ac:spMkLst>
            <pc:docMk/>
            <pc:sldMk cId="1738561688" sldId="261"/>
            <ac:spMk id="23" creationId="{EFD12E44-38E8-B361-4A72-2B14B80E751C}"/>
          </ac:spMkLst>
        </pc:spChg>
        <pc:spChg chg="add mod">
          <ac:chgData name="Keerthii Sekar" userId="0f20720ff446f126" providerId="LiveId" clId="{8A5DB8E8-541D-40D5-9BC4-EEF962FA696D}" dt="2026-10-08T14:49:36.355" v="8"/>
          <ac:spMkLst>
            <pc:docMk/>
            <pc:sldMk cId="1738561688" sldId="261"/>
            <ac:spMk id="24" creationId="{A50E2DE4-B3DF-1466-8F28-F0CA9099E734}"/>
          </ac:spMkLst>
        </pc:spChg>
        <pc:spChg chg="add mod">
          <ac:chgData name="Keerthii Sekar" userId="0f20720ff446f126" providerId="LiveId" clId="{8A5DB8E8-541D-40D5-9BC4-EEF962FA696D}" dt="2026-10-08T14:53:28.002" v="10"/>
          <ac:spMkLst>
            <pc:docMk/>
            <pc:sldMk cId="1738561688" sldId="261"/>
            <ac:spMk id="27" creationId="{36292804-293C-D13A-6775-5BBF823CDA1D}"/>
          </ac:spMkLst>
        </pc:spChg>
      </pc:sldChg>
      <pc:sldChg chg="addSp modSp">
        <pc:chgData name="Keerthii Sekar" userId="0f20720ff446f126" providerId="LiveId" clId="{8A5DB8E8-541D-40D5-9BC4-EEF962FA696D}" dt="2026-10-08T15:01:51.833" v="18"/>
        <pc:sldMkLst>
          <pc:docMk/>
          <pc:sldMk cId="1593920805" sldId="262"/>
        </pc:sldMkLst>
        <pc:spChg chg="add mod">
          <ac:chgData name="Keerthii Sekar" userId="0f20720ff446f126" providerId="LiveId" clId="{8A5DB8E8-541D-40D5-9BC4-EEF962FA696D}" dt="2026-10-08T14:54:50.686" v="12"/>
          <ac:spMkLst>
            <pc:docMk/>
            <pc:sldMk cId="1593920805" sldId="262"/>
            <ac:spMk id="17" creationId="{CD7950E9-A88D-BF97-29D8-450B91053D66}"/>
          </ac:spMkLst>
        </pc:spChg>
        <pc:spChg chg="add mod">
          <ac:chgData name="Keerthii Sekar" userId="0f20720ff446f126" providerId="LiveId" clId="{8A5DB8E8-541D-40D5-9BC4-EEF962FA696D}" dt="2026-10-08T14:55:24.991" v="15"/>
          <ac:spMkLst>
            <pc:docMk/>
            <pc:sldMk cId="1593920805" sldId="262"/>
            <ac:spMk id="18" creationId="{DBF161BD-D737-8600-9027-FFA1DA4029F0}"/>
          </ac:spMkLst>
        </pc:spChg>
        <pc:spChg chg="add mod">
          <ac:chgData name="Keerthii Sekar" userId="0f20720ff446f126" providerId="LiveId" clId="{8A5DB8E8-541D-40D5-9BC4-EEF962FA696D}" dt="2026-10-08T15:01:27.955" v="16" actId="767"/>
          <ac:spMkLst>
            <pc:docMk/>
            <pc:sldMk cId="1593920805" sldId="262"/>
            <ac:spMk id="21" creationId="{35CE582F-FACE-821B-9E4A-C3762240ED92}"/>
          </ac:spMkLst>
        </pc:spChg>
        <pc:spChg chg="add mod">
          <ac:chgData name="Keerthii Sekar" userId="0f20720ff446f126" providerId="LiveId" clId="{8A5DB8E8-541D-40D5-9BC4-EEF962FA696D}" dt="2026-10-08T15:01:51.833" v="18"/>
          <ac:spMkLst>
            <pc:docMk/>
            <pc:sldMk cId="1593920805" sldId="262"/>
            <ac:spMk id="22" creationId="{7EEEFA2D-9C2A-E513-33D8-90FD2A7B4DFD}"/>
          </ac:spMkLst>
        </pc:spChg>
      </pc:sldChg>
      <pc:sldChg chg="addSp modSp">
        <pc:chgData name="Keerthii Sekar" userId="0f20720ff446f126" providerId="LiveId" clId="{8A5DB8E8-541D-40D5-9BC4-EEF962FA696D}" dt="2026-10-08T15:12:31.374" v="31"/>
        <pc:sldMkLst>
          <pc:docMk/>
          <pc:sldMk cId="1346372204" sldId="264"/>
        </pc:sldMkLst>
        <pc:spChg chg="add mod">
          <ac:chgData name="Keerthii Sekar" userId="0f20720ff446f126" providerId="LiveId" clId="{8A5DB8E8-541D-40D5-9BC4-EEF962FA696D}" dt="2026-10-08T15:09:49.024" v="26"/>
          <ac:spMkLst>
            <pc:docMk/>
            <pc:sldMk cId="1346372204" sldId="264"/>
            <ac:spMk id="11" creationId="{1A8E121F-70F5-D011-B63A-8333AACA82E6}"/>
          </ac:spMkLst>
        </pc:spChg>
        <pc:spChg chg="add mod">
          <ac:chgData name="Keerthii Sekar" userId="0f20720ff446f126" providerId="LiveId" clId="{8A5DB8E8-541D-40D5-9BC4-EEF962FA696D}" dt="2026-10-08T15:10:15.795" v="29"/>
          <ac:spMkLst>
            <pc:docMk/>
            <pc:sldMk cId="1346372204" sldId="264"/>
            <ac:spMk id="12" creationId="{1BAFF3EB-EBD8-FD5F-0F5E-557A31063193}"/>
          </ac:spMkLst>
        </pc:spChg>
        <pc:spChg chg="add mod">
          <ac:chgData name="Keerthii Sekar" userId="0f20720ff446f126" providerId="LiveId" clId="{8A5DB8E8-541D-40D5-9BC4-EEF962FA696D}" dt="2026-10-08T15:12:31.374" v="31"/>
          <ac:spMkLst>
            <pc:docMk/>
            <pc:sldMk cId="1346372204" sldId="264"/>
            <ac:spMk id="15" creationId="{6B0FB229-6934-A0D6-513D-8223EB2CA86F}"/>
          </ac:spMkLst>
        </pc:spChg>
      </pc:sldChg>
      <pc:sldChg chg="addSp modSp">
        <pc:chgData name="Keerthii Sekar" userId="0f20720ff446f126" providerId="LiveId" clId="{8A5DB8E8-541D-40D5-9BC4-EEF962FA696D}" dt="2026-10-08T15:32:16.126" v="62"/>
        <pc:sldMkLst>
          <pc:docMk/>
          <pc:sldMk cId="2121178069" sldId="266"/>
        </pc:sldMkLst>
        <pc:spChg chg="add mod">
          <ac:chgData name="Keerthii Sekar" userId="0f20720ff446f126" providerId="LiveId" clId="{8A5DB8E8-541D-40D5-9BC4-EEF962FA696D}" dt="2026-10-08T15:26:10.030" v="45"/>
          <ac:spMkLst>
            <pc:docMk/>
            <pc:sldMk cId="2121178069" sldId="266"/>
            <ac:spMk id="12" creationId="{952027ED-6706-6987-4E8C-8E973C569679}"/>
          </ac:spMkLst>
        </pc:spChg>
        <pc:spChg chg="add mod">
          <ac:chgData name="Keerthii Sekar" userId="0f20720ff446f126" providerId="LiveId" clId="{8A5DB8E8-541D-40D5-9BC4-EEF962FA696D}" dt="2026-10-08T15:27:39.909" v="48"/>
          <ac:spMkLst>
            <pc:docMk/>
            <pc:sldMk cId="2121178069" sldId="266"/>
            <ac:spMk id="13" creationId="{5CDEBA40-17D2-4573-461C-B41FC4C8FAFD}"/>
          </ac:spMkLst>
        </pc:spChg>
        <pc:spChg chg="add mod">
          <ac:chgData name="Keerthii Sekar" userId="0f20720ff446f126" providerId="LiveId" clId="{8A5DB8E8-541D-40D5-9BC4-EEF962FA696D}" dt="2026-10-08T15:32:16.126" v="62"/>
          <ac:spMkLst>
            <pc:docMk/>
            <pc:sldMk cId="2121178069" sldId="266"/>
            <ac:spMk id="15" creationId="{F236D09F-D14B-F3A0-355C-64E4C07D40FF}"/>
          </ac:spMkLst>
        </pc:spChg>
        <pc:graphicFrameChg chg="mod">
          <ac:chgData name="Keerthii Sekar" userId="0f20720ff446f126" providerId="LiveId" clId="{8A5DB8E8-541D-40D5-9BC4-EEF962FA696D}" dt="2026-10-08T15:31:49.447" v="60"/>
          <ac:graphicFrameMkLst>
            <pc:docMk/>
            <pc:sldMk cId="2121178069" sldId="266"/>
            <ac:graphicFrameMk id="14" creationId="{8E248CC2-65C1-EBF9-8D5D-D93C4B5A6B30}"/>
          </ac:graphicFrameMkLst>
        </pc:graphicFrameChg>
      </pc:sldChg>
      <pc:sldChg chg="addSp delSp modSp">
        <pc:chgData name="Keerthii Sekar" userId="0f20720ff446f126" providerId="LiveId" clId="{8A5DB8E8-541D-40D5-9BC4-EEF962FA696D}" dt="2026-10-08T15:41:49.778" v="74"/>
        <pc:sldMkLst>
          <pc:docMk/>
          <pc:sldMk cId="4151694508" sldId="268"/>
        </pc:sldMkLst>
        <pc:spChg chg="add del mod">
          <ac:chgData name="Keerthii Sekar" userId="0f20720ff446f126" providerId="LiveId" clId="{8A5DB8E8-541D-40D5-9BC4-EEF962FA696D}" dt="2026-10-08T15:41:08.493" v="70"/>
          <ac:spMkLst>
            <pc:docMk/>
            <pc:sldMk cId="4151694508" sldId="268"/>
            <ac:spMk id="20" creationId="{E0DB606A-CDDF-F72B-EEA9-74EDB79B0E16}"/>
          </ac:spMkLst>
        </pc:spChg>
        <pc:spChg chg="add mod">
          <ac:chgData name="Keerthii Sekar" userId="0f20720ff446f126" providerId="LiveId" clId="{8A5DB8E8-541D-40D5-9BC4-EEF962FA696D}" dt="2026-10-08T15:41:14.694" v="72"/>
          <ac:spMkLst>
            <pc:docMk/>
            <pc:sldMk cId="4151694508" sldId="268"/>
            <ac:spMk id="21" creationId="{49EEF59A-B01E-C8FD-E6C6-583258303DE2}"/>
          </ac:spMkLst>
        </pc:spChg>
        <pc:spChg chg="add mod">
          <ac:chgData name="Keerthii Sekar" userId="0f20720ff446f126" providerId="LiveId" clId="{8A5DB8E8-541D-40D5-9BC4-EEF962FA696D}" dt="2026-10-08T15:41:49.778" v="74"/>
          <ac:spMkLst>
            <pc:docMk/>
            <pc:sldMk cId="4151694508" sldId="268"/>
            <ac:spMk id="22" creationId="{659AD07D-53FB-254E-173B-D51DB25F27EE}"/>
          </ac:spMkLst>
        </pc:spChg>
      </pc:sldChg>
      <pc:sldChg chg="addSp modSp">
        <pc:chgData name="Keerthii Sekar" userId="0f20720ff446f126" providerId="LiveId" clId="{8A5DB8E8-541D-40D5-9BC4-EEF962FA696D}" dt="2026-10-08T15:46:44.380" v="81"/>
        <pc:sldMkLst>
          <pc:docMk/>
          <pc:sldMk cId="1472106130" sldId="270"/>
        </pc:sldMkLst>
        <pc:spChg chg="add mod">
          <ac:chgData name="Keerthii Sekar" userId="0f20720ff446f126" providerId="LiveId" clId="{8A5DB8E8-541D-40D5-9BC4-EEF962FA696D}" dt="2026-10-08T15:45:51.039" v="76"/>
          <ac:spMkLst>
            <pc:docMk/>
            <pc:sldMk cId="1472106130" sldId="270"/>
            <ac:spMk id="22" creationId="{BC034C36-AE58-FEC6-6D00-EC24841CE2C6}"/>
          </ac:spMkLst>
        </pc:spChg>
        <pc:spChg chg="add mod">
          <ac:chgData name="Keerthii Sekar" userId="0f20720ff446f126" providerId="LiveId" clId="{8A5DB8E8-541D-40D5-9BC4-EEF962FA696D}" dt="2026-10-08T15:45:56.889" v="77" actId="767"/>
          <ac:spMkLst>
            <pc:docMk/>
            <pc:sldMk cId="1472106130" sldId="270"/>
            <ac:spMk id="23" creationId="{5DDEE38C-879D-B729-68BA-686324C2AAC1}"/>
          </ac:spMkLst>
        </pc:spChg>
        <pc:spChg chg="add mod">
          <ac:chgData name="Keerthii Sekar" userId="0f20720ff446f126" providerId="LiveId" clId="{8A5DB8E8-541D-40D5-9BC4-EEF962FA696D}" dt="2026-10-08T15:46:17.171" v="79"/>
          <ac:spMkLst>
            <pc:docMk/>
            <pc:sldMk cId="1472106130" sldId="270"/>
            <ac:spMk id="28" creationId="{8A68C6F6-7C1C-CEF0-2F49-E43E300B1702}"/>
          </ac:spMkLst>
        </pc:spChg>
        <pc:spChg chg="add mod">
          <ac:chgData name="Keerthii Sekar" userId="0f20720ff446f126" providerId="LiveId" clId="{8A5DB8E8-541D-40D5-9BC4-EEF962FA696D}" dt="2026-10-08T15:46:44.380" v="81"/>
          <ac:spMkLst>
            <pc:docMk/>
            <pc:sldMk cId="1472106130" sldId="270"/>
            <ac:spMk id="29" creationId="{40CD7A55-AA22-0D1D-8E53-1FB03580B31A}"/>
          </ac:spMkLst>
        </pc:spChg>
      </pc:sldChg>
      <pc:sldChg chg="addSp modSp">
        <pc:chgData name="Keerthii Sekar" userId="0f20720ff446f126" providerId="LiveId" clId="{8A5DB8E8-541D-40D5-9BC4-EEF962FA696D}" dt="2026-10-08T14:43:47.143" v="3"/>
        <pc:sldMkLst>
          <pc:docMk/>
          <pc:sldMk cId="2243494996" sldId="277"/>
        </pc:sldMkLst>
        <pc:spChg chg="add mod">
          <ac:chgData name="Keerthii Sekar" userId="0f20720ff446f126" providerId="LiveId" clId="{8A5DB8E8-541D-40D5-9BC4-EEF962FA696D}" dt="2026-10-08T14:43:31.872" v="1"/>
          <ac:spMkLst>
            <pc:docMk/>
            <pc:sldMk cId="2243494996" sldId="277"/>
            <ac:spMk id="9" creationId="{A58ED777-5821-4585-5769-B19AF4C06A02}"/>
          </ac:spMkLst>
        </pc:spChg>
        <pc:spChg chg="add mod">
          <ac:chgData name="Keerthii Sekar" userId="0f20720ff446f126" providerId="LiveId" clId="{8A5DB8E8-541D-40D5-9BC4-EEF962FA696D}" dt="2026-10-08T14:43:47.143" v="3"/>
          <ac:spMkLst>
            <pc:docMk/>
            <pc:sldMk cId="2243494996" sldId="277"/>
            <ac:spMk id="10" creationId="{72307F85-938F-7C0B-D3F2-9661835E1C82}"/>
          </ac:spMkLst>
        </pc:spChg>
      </pc:sldChg>
      <pc:sldChg chg="addSp modSp">
        <pc:chgData name="Keerthii Sekar" userId="0f20720ff446f126" providerId="LiveId" clId="{8A5DB8E8-541D-40D5-9BC4-EEF962FA696D}" dt="2026-10-08T15:22:23.901" v="43"/>
        <pc:sldMkLst>
          <pc:docMk/>
          <pc:sldMk cId="2069393026" sldId="278"/>
        </pc:sldMkLst>
        <pc:spChg chg="add mod">
          <ac:chgData name="Keerthii Sekar" userId="0f20720ff446f126" providerId="LiveId" clId="{8A5DB8E8-541D-40D5-9BC4-EEF962FA696D}" dt="2026-10-08T15:19:54.558" v="38"/>
          <ac:spMkLst>
            <pc:docMk/>
            <pc:sldMk cId="2069393026" sldId="278"/>
            <ac:spMk id="17" creationId="{4A89AF1C-5B36-30E4-9AE5-CE7237EF250A}"/>
          </ac:spMkLst>
        </pc:spChg>
        <pc:spChg chg="add mod">
          <ac:chgData name="Keerthii Sekar" userId="0f20720ff446f126" providerId="LiveId" clId="{8A5DB8E8-541D-40D5-9BC4-EEF962FA696D}" dt="2026-10-08T15:20:01.222" v="39" actId="767"/>
          <ac:spMkLst>
            <pc:docMk/>
            <pc:sldMk cId="2069393026" sldId="278"/>
            <ac:spMk id="18" creationId="{68DD872B-C135-7322-7489-D04CB74031E3}"/>
          </ac:spMkLst>
        </pc:spChg>
        <pc:spChg chg="add mod">
          <ac:chgData name="Keerthii Sekar" userId="0f20720ff446f126" providerId="LiveId" clId="{8A5DB8E8-541D-40D5-9BC4-EEF962FA696D}" dt="2026-10-08T15:20:26.982" v="41"/>
          <ac:spMkLst>
            <pc:docMk/>
            <pc:sldMk cId="2069393026" sldId="278"/>
            <ac:spMk id="19" creationId="{F444E7D2-0BD6-494A-25DC-BEDB3F913F37}"/>
          </ac:spMkLst>
        </pc:spChg>
        <pc:spChg chg="add mod">
          <ac:chgData name="Keerthii Sekar" userId="0f20720ff446f126" providerId="LiveId" clId="{8A5DB8E8-541D-40D5-9BC4-EEF962FA696D}" dt="2026-10-08T15:22:23.901" v="43"/>
          <ac:spMkLst>
            <pc:docMk/>
            <pc:sldMk cId="2069393026" sldId="278"/>
            <ac:spMk id="22" creationId="{649E7ED1-20EB-CB19-3B63-8727B6246739}"/>
          </ac:spMkLst>
        </pc:spChg>
      </pc:sldChg>
      <pc:sldChg chg="addSp modSp">
        <pc:chgData name="Keerthii Sekar" userId="0f20720ff446f126" providerId="LiveId" clId="{8A5DB8E8-541D-40D5-9BC4-EEF962FA696D}" dt="2026-10-08T15:57:45.705" v="93"/>
        <pc:sldMkLst>
          <pc:docMk/>
          <pc:sldMk cId="3477453048" sldId="282"/>
        </pc:sldMkLst>
        <pc:spChg chg="add mod">
          <ac:chgData name="Keerthii Sekar" userId="0f20720ff446f126" providerId="LiveId" clId="{8A5DB8E8-541D-40D5-9BC4-EEF962FA696D}" dt="2026-10-08T15:57:30.168" v="91"/>
          <ac:spMkLst>
            <pc:docMk/>
            <pc:sldMk cId="3477453048" sldId="282"/>
            <ac:spMk id="25" creationId="{681C5178-5AA4-85EB-9537-0B50FD23E0C3}"/>
          </ac:spMkLst>
        </pc:spChg>
        <pc:spChg chg="add mod">
          <ac:chgData name="Keerthii Sekar" userId="0f20720ff446f126" providerId="LiveId" clId="{8A5DB8E8-541D-40D5-9BC4-EEF962FA696D}" dt="2026-10-08T15:57:45.705" v="93"/>
          <ac:spMkLst>
            <pc:docMk/>
            <pc:sldMk cId="3477453048" sldId="282"/>
            <ac:spMk id="27" creationId="{349AE5AB-1779-48C4-248E-AD2F3F902EF2}"/>
          </ac:spMkLst>
        </pc:spChg>
      </pc:sldChg>
      <pc:sldChg chg="addSp modSp">
        <pc:chgData name="Keerthii Sekar" userId="0f20720ff446f126" providerId="LiveId" clId="{8A5DB8E8-541D-40D5-9BC4-EEF962FA696D}" dt="2026-10-08T15:26:51.695" v="46"/>
        <pc:sldMkLst>
          <pc:docMk/>
          <pc:sldMk cId="1844941827" sldId="289"/>
        </pc:sldMkLst>
        <pc:spChg chg="add mod">
          <ac:chgData name="Keerthii Sekar" userId="0f20720ff446f126" providerId="LiveId" clId="{8A5DB8E8-541D-40D5-9BC4-EEF962FA696D}" dt="2026-10-08T15:04:39.922" v="20"/>
          <ac:spMkLst>
            <pc:docMk/>
            <pc:sldMk cId="1844941827" sldId="289"/>
            <ac:spMk id="11" creationId="{905D717D-2468-F38A-2142-9C2FD0AE9CFD}"/>
          </ac:spMkLst>
        </pc:spChg>
        <pc:spChg chg="add mod">
          <ac:chgData name="Keerthii Sekar" userId="0f20720ff446f126" providerId="LiveId" clId="{8A5DB8E8-541D-40D5-9BC4-EEF962FA696D}" dt="2026-10-08T15:26:51.695" v="46"/>
          <ac:spMkLst>
            <pc:docMk/>
            <pc:sldMk cId="1844941827" sldId="289"/>
            <ac:spMk id="12" creationId="{DF9566AE-EC11-D2A4-403B-C0D4B1C27F66}"/>
          </ac:spMkLst>
        </pc:spChg>
        <pc:spChg chg="add mod">
          <ac:chgData name="Keerthii Sekar" userId="0f20720ff446f126" providerId="LiveId" clId="{8A5DB8E8-541D-40D5-9BC4-EEF962FA696D}" dt="2026-10-08T15:05:25.730" v="24"/>
          <ac:spMkLst>
            <pc:docMk/>
            <pc:sldMk cId="1844941827" sldId="289"/>
            <ac:spMk id="13" creationId="{C94CF2D2-A842-C8E3-002A-303DB32AA130}"/>
          </ac:spMkLst>
        </pc:spChg>
      </pc:sldChg>
      <pc:sldChg chg="addSp modSp">
        <pc:chgData name="Keerthii Sekar" userId="0f20720ff446f126" providerId="LiveId" clId="{8A5DB8E8-541D-40D5-9BC4-EEF962FA696D}" dt="2026-10-08T15:38:17.628" v="68"/>
        <pc:sldMkLst>
          <pc:docMk/>
          <pc:sldMk cId="404854312" sldId="292"/>
        </pc:sldMkLst>
        <pc:spChg chg="add mod">
          <ac:chgData name="Keerthii Sekar" userId="0f20720ff446f126" providerId="LiveId" clId="{8A5DB8E8-541D-40D5-9BC4-EEF962FA696D}" dt="2026-10-08T15:36:11.016" v="64"/>
          <ac:spMkLst>
            <pc:docMk/>
            <pc:sldMk cId="404854312" sldId="292"/>
            <ac:spMk id="33" creationId="{1DDA550F-A1B8-8B25-12D3-7D9467577BF0}"/>
          </ac:spMkLst>
        </pc:spChg>
        <pc:spChg chg="add mod">
          <ac:chgData name="Keerthii Sekar" userId="0f20720ff446f126" providerId="LiveId" clId="{8A5DB8E8-541D-40D5-9BC4-EEF962FA696D}" dt="2026-10-08T15:36:25.878" v="66"/>
          <ac:spMkLst>
            <pc:docMk/>
            <pc:sldMk cId="404854312" sldId="292"/>
            <ac:spMk id="34" creationId="{0461E76B-F551-E61E-AE5B-46368181E404}"/>
          </ac:spMkLst>
        </pc:spChg>
        <pc:spChg chg="add mod">
          <ac:chgData name="Keerthii Sekar" userId="0f20720ff446f126" providerId="LiveId" clId="{8A5DB8E8-541D-40D5-9BC4-EEF962FA696D}" dt="2026-10-08T15:38:17.628" v="68"/>
          <ac:spMkLst>
            <pc:docMk/>
            <pc:sldMk cId="404854312" sldId="292"/>
            <ac:spMk id="37" creationId="{04E3DE31-FA0D-402C-27AD-77942075642D}"/>
          </ac:spMkLst>
        </pc:spChg>
      </pc:sldChg>
      <pc:sldChg chg="addSp modSp">
        <pc:chgData name="Keerthii Sekar" userId="0f20720ff446f126" providerId="LiveId" clId="{8A5DB8E8-541D-40D5-9BC4-EEF962FA696D}" dt="2026-10-08T15:51:02.309" v="85"/>
        <pc:sldMkLst>
          <pc:docMk/>
          <pc:sldMk cId="473871986" sldId="293"/>
        </pc:sldMkLst>
        <pc:spChg chg="add mod">
          <ac:chgData name="Keerthii Sekar" userId="0f20720ff446f126" providerId="LiveId" clId="{8A5DB8E8-541D-40D5-9BC4-EEF962FA696D}" dt="2026-10-08T15:50:48.512" v="83"/>
          <ac:spMkLst>
            <pc:docMk/>
            <pc:sldMk cId="473871986" sldId="293"/>
            <ac:spMk id="19" creationId="{86E3FCB4-1D02-7413-B17F-443929B5925A}"/>
          </ac:spMkLst>
        </pc:spChg>
        <pc:spChg chg="add mod">
          <ac:chgData name="Keerthii Sekar" userId="0f20720ff446f126" providerId="LiveId" clId="{8A5DB8E8-541D-40D5-9BC4-EEF962FA696D}" dt="2026-10-08T15:51:02.309" v="85"/>
          <ac:spMkLst>
            <pc:docMk/>
            <pc:sldMk cId="473871986" sldId="293"/>
            <ac:spMk id="20" creationId="{6875F55F-7223-E0E6-A501-C72C9BEBD8C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10/9/2026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10/9/2026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rt and tab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8749" y="1361938"/>
            <a:ext cx="6765925" cy="496888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286002"/>
            <a:ext cx="6094270" cy="3542143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8125" y="2284624"/>
            <a:ext cx="3147332" cy="306388"/>
          </a:xfrm>
        </p:spPr>
        <p:txBody>
          <a:bodyPr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858125" y="2779713"/>
            <a:ext cx="3148013" cy="3095625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0347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701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visionbook.mit.edu/index.html?utm_source=chatgpt.com" TargetMode="External"/><Relationship Id="rId2" Type="http://schemas.openxmlformats.org/officeDocument/2006/relationships/hyperlink" Target="https://link.springer.com/book/10.1007/978-3-030-34372-9?utm_source=chatgpt.com" TargetMode="External"/><Relationship Id="rId1" Type="http://schemas.openxmlformats.org/officeDocument/2006/relationships/slideLayout" Target="../slideLayouts/slideLayout16.xml"/><Relationship Id="rId6" Type="http://schemas.openxmlformats.org/officeDocument/2006/relationships/hyperlink" Target="https://www.vaagdevi.edu.in/wp-content/uploads/2021/02/M.Tech-AI-Artificial-Intelligence.pdf?utm_source=chatgpt.com" TargetMode="External"/><Relationship Id="rId5" Type="http://schemas.openxmlformats.org/officeDocument/2006/relationships/hyperlink" Target="https://bristol.rl.talis.com/lists/A4993E48-8171-6971-2480-E18767F96CBB/bibliography.html?style=acm-sig-proceedings&amp;utm_source=chatgpt.com" TargetMode="External"/><Relationship Id="rId4" Type="http://schemas.openxmlformats.org/officeDocument/2006/relationships/hyperlink" Target="https://bristol.rl.talis.com/lists/A4993E48-8171-6971-2480-E18767F96CBB/bibliography.html?style=nature&amp;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SIMATS ENGINEERING —BIOTECHNOLOGY">
            <a:extLst>
              <a:ext uri="{FF2B5EF4-FFF2-40B4-BE49-F238E27FC236}">
                <a16:creationId xmlns:a16="http://schemas.microsoft.com/office/drawing/2014/main" id="{9E887ABB-6FB5-FADB-C2D1-DD5C17390B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999" y="288720"/>
            <a:ext cx="9879242" cy="1224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D9639E-EE74-8FDB-F9E2-9B46806377B0}"/>
              </a:ext>
            </a:extLst>
          </p:cNvPr>
          <p:cNvSpPr txBox="1"/>
          <p:nvPr/>
        </p:nvSpPr>
        <p:spPr>
          <a:xfrm>
            <a:off x="884902" y="1760621"/>
            <a:ext cx="10649371" cy="1481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Vehicle: Application of Low, Mid, and High Level Computer Vision for Road Navigation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758001-8D53-7CCA-EA50-8A12D30BCCAB}"/>
              </a:ext>
            </a:extLst>
          </p:cNvPr>
          <p:cNvSpPr txBox="1"/>
          <p:nvPr/>
        </p:nvSpPr>
        <p:spPr>
          <a:xfrm>
            <a:off x="3641039" y="3536996"/>
            <a:ext cx="9623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ITA-0513-Computer Vision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409427-B8EC-BC64-0075-F7B4479D6C9D}"/>
              </a:ext>
            </a:extLst>
          </p:cNvPr>
          <p:cNvSpPr txBox="1"/>
          <p:nvPr/>
        </p:nvSpPr>
        <p:spPr>
          <a:xfrm>
            <a:off x="786063" y="4923770"/>
            <a:ext cx="530993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Jayalakshmi.C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(192524052)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Keethana.G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(192521446)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Midhuna.A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(192521302)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Varshini.R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(192521235)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Haniya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afsheena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(192572050)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C892ED-AC19-BA2D-0B2B-AEDE5429C6BD}"/>
              </a:ext>
            </a:extLst>
          </p:cNvPr>
          <p:cNvSpPr txBox="1"/>
          <p:nvPr/>
        </p:nvSpPr>
        <p:spPr>
          <a:xfrm>
            <a:off x="786063" y="4492883"/>
            <a:ext cx="60639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554B9A-69AA-29D8-D145-BAA50A052324}"/>
              </a:ext>
            </a:extLst>
          </p:cNvPr>
          <p:cNvSpPr txBox="1"/>
          <p:nvPr/>
        </p:nvSpPr>
        <p:spPr>
          <a:xfrm>
            <a:off x="8101263" y="4492883"/>
            <a:ext cx="32244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5BC64B-D121-53F5-2247-A002EAD2B1B0}"/>
              </a:ext>
            </a:extLst>
          </p:cNvPr>
          <p:cNvSpPr txBox="1"/>
          <p:nvPr/>
        </p:nvSpPr>
        <p:spPr>
          <a:xfrm>
            <a:off x="8101263" y="5089541"/>
            <a:ext cx="34330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Dr.P.Lourde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Mahimai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Doss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69DF042-37C5-4E09-AA4C-AA66649C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9EA23-F34E-486A-B8B2-0C301926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8ED777-5821-4585-5769-B19AF4C06A02}"/>
              </a:ext>
            </a:extLst>
          </p:cNvPr>
          <p:cNvSpPr txBox="1"/>
          <p:nvPr/>
        </p:nvSpPr>
        <p:spPr>
          <a:xfrm>
            <a:off x="786063" y="714650"/>
            <a:ext cx="103150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Vehicle &amp; Visual Perception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307F85-938F-7C0B-D3F2-9661835E1C82}"/>
              </a:ext>
            </a:extLst>
          </p:cNvPr>
          <p:cNvSpPr txBox="1"/>
          <p:nvPr/>
        </p:nvSpPr>
        <p:spPr>
          <a:xfrm>
            <a:off x="874554" y="1366162"/>
            <a:ext cx="656846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Enables a Vehicle to “See”?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autonomous vehicle must continuously perceive its environment before making a driving decision.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visual inputs: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 and lane markings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Vehicles and pedestrians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signals and signs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 boundaries and obstacles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conditions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Role: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Transforms camera-captured visual data into structured information for autonomous decision-making.</a:t>
            </a:r>
          </a:p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6CDC5B5-5A02-6F40-D15A-3F9544F87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5534" y="1703361"/>
            <a:ext cx="4896465" cy="4166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0BF6865-7FAE-4B56-A995-ADF1582DCC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7312B71A-5E84-41DE-9754-5F6291F6D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3984D70-BD95-4E1F-9725-902B5D74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D12E44-38E8-B361-4A72-2B14B80E751C}"/>
              </a:ext>
            </a:extLst>
          </p:cNvPr>
          <p:cNvSpPr txBox="1"/>
          <p:nvPr/>
        </p:nvSpPr>
        <p:spPr>
          <a:xfrm>
            <a:off x="953729" y="714396"/>
            <a:ext cx="79729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Architecture 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0E2DE4-B3DF-1466-8F28-F0CA9099E734}"/>
              </a:ext>
            </a:extLst>
          </p:cNvPr>
          <p:cNvSpPr txBox="1"/>
          <p:nvPr/>
        </p:nvSpPr>
        <p:spPr>
          <a:xfrm>
            <a:off x="953729" y="1430852"/>
            <a:ext cx="7972926" cy="657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Visual Perception Pipeline</a:t>
            </a:r>
          </a:p>
          <a:p>
            <a:endParaRPr lang="en-IN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E339664-ACE1-2535-DEB1-36610C117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88579"/>
            <a:ext cx="10515599" cy="35814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6292804-293C-D13A-6775-5BBF823CDA1D}"/>
              </a:ext>
            </a:extLst>
          </p:cNvPr>
          <p:cNvSpPr txBox="1"/>
          <p:nvPr/>
        </p:nvSpPr>
        <p:spPr>
          <a:xfrm>
            <a:off x="1117385" y="5277028"/>
            <a:ext cx="7010806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Transformation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Pixels → Features → Objects → Scene → Decision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Date Placeholder 79">
            <a:extLst>
              <a:ext uri="{FF2B5EF4-FFF2-40B4-BE49-F238E27FC236}">
                <a16:creationId xmlns:a16="http://schemas.microsoft.com/office/drawing/2014/main" id="{BC1F9D86-85D8-4FD0-B0D3-47D778722782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81" name="Footer Placeholder 80">
            <a:extLst>
              <a:ext uri="{FF2B5EF4-FFF2-40B4-BE49-F238E27FC236}">
                <a16:creationId xmlns:a16="http://schemas.microsoft.com/office/drawing/2014/main" id="{E94F1D24-E4A1-4B59-B57E-A28453963B8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82" name="Slide Number Placeholder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7950E9-A88D-BF97-29D8-450B91053D66}"/>
              </a:ext>
            </a:extLst>
          </p:cNvPr>
          <p:cNvSpPr txBox="1"/>
          <p:nvPr/>
        </p:nvSpPr>
        <p:spPr>
          <a:xfrm>
            <a:off x="1058779" y="577516"/>
            <a:ext cx="95450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Acquisition &amp; Camera Input 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F161BD-D737-8600-9027-FFA1DA4029F0}"/>
              </a:ext>
            </a:extLst>
          </p:cNvPr>
          <p:cNvSpPr txBox="1"/>
          <p:nvPr/>
        </p:nvSpPr>
        <p:spPr>
          <a:xfrm>
            <a:off x="1155031" y="1114211"/>
            <a:ext cx="93525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1: Capturing the Driving Environment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camera system converts the physical environment into digital image frames.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Acquisition process:</a:t>
            </a:r>
          </a:p>
          <a:p>
            <a:endParaRPr lang="en-I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6F38562-7CAC-A031-5E59-2B567BFC0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779" y="2697347"/>
            <a:ext cx="3861620" cy="257532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EEEFA2D-9C2A-E513-33D8-90FD2A7B4DFD}"/>
              </a:ext>
            </a:extLst>
          </p:cNvPr>
          <p:cNvSpPr txBox="1"/>
          <p:nvPr/>
        </p:nvSpPr>
        <p:spPr>
          <a:xfrm>
            <a:off x="6400800" y="2051540"/>
            <a:ext cx="4732421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Parameters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Resolution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 rate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 of view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Exposure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range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format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forward-facing camera continuously captures road frames at a suitable frame rate for real-time perception.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A74D661B-510C-4CF2-BF77-3EAFB649883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7E44CAC0-3B5A-49F6-A2CB-0BC80D111A8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D1BD041-3428-4D62-934F-F3FF6D36F9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5D717D-2468-F38A-2142-9C2FD0AE9CFD}"/>
              </a:ext>
            </a:extLst>
          </p:cNvPr>
          <p:cNvSpPr txBox="1"/>
          <p:nvPr/>
        </p:nvSpPr>
        <p:spPr>
          <a:xfrm>
            <a:off x="839110" y="579765"/>
            <a:ext cx="95667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Low-Level Image Processing 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9566AE-EC11-D2A4-403B-C0D4B1C27F66}"/>
              </a:ext>
            </a:extLst>
          </p:cNvPr>
          <p:cNvSpPr txBox="1"/>
          <p:nvPr/>
        </p:nvSpPr>
        <p:spPr>
          <a:xfrm>
            <a:off x="839110" y="1494315"/>
            <a:ext cx="544704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2: Low-Level Image Processing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Low-level vision operates directly on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pixel-level information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Operations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Noise Reduction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unwanted variations from captured images.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Image Enhancement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brightness and contrast.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Filtering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Smooths or sharpens image structures.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Edge Detection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boundaries and structural changes.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4CF2D2-A842-C8E3-002A-303DB32AA130}"/>
              </a:ext>
            </a:extLst>
          </p:cNvPr>
          <p:cNvSpPr txBox="1"/>
          <p:nvPr/>
        </p:nvSpPr>
        <p:spPr>
          <a:xfrm>
            <a:off x="6626965" y="4709989"/>
            <a:ext cx="5270090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cleaner image containing important visual structures for subsequent analysis.</a:t>
            </a:r>
          </a:p>
          <a:p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870985E-D46B-FBDE-5D6B-69920761F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6965" y="1547846"/>
            <a:ext cx="5447047" cy="2830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ACA2A-6BBE-47CF-B76F-F56C9DBF77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A095E-DB05-47EC-A2D5-47398A4A0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8E121F-70F5-D011-B63A-8333AACA82E6}"/>
              </a:ext>
            </a:extLst>
          </p:cNvPr>
          <p:cNvSpPr txBox="1"/>
          <p:nvPr/>
        </p:nvSpPr>
        <p:spPr>
          <a:xfrm>
            <a:off x="775974" y="470759"/>
            <a:ext cx="82135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AFF3EB-EBD8-FD5F-0F5E-557A31063193}"/>
              </a:ext>
            </a:extLst>
          </p:cNvPr>
          <p:cNvSpPr txBox="1"/>
          <p:nvPr/>
        </p:nvSpPr>
        <p:spPr>
          <a:xfrm>
            <a:off x="838200" y="959093"/>
            <a:ext cx="4998539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Pixels to Visual Features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preprocessing, significant image features are extracted.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Used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Corners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Textures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Colour information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Geometric patterns</a:t>
            </a:r>
          </a:p>
          <a:p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02D4EE4-2B2C-B3C7-6634-3E6465915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872" y="1874700"/>
            <a:ext cx="6312311" cy="341632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B0FB229-6934-A0D6-513D-8223EB2CA86F}"/>
              </a:ext>
            </a:extLst>
          </p:cNvPr>
          <p:cNvSpPr txBox="1"/>
          <p:nvPr/>
        </p:nvSpPr>
        <p:spPr>
          <a:xfrm>
            <a:off x="838200" y="5787076"/>
            <a:ext cx="101054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complex visual information into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discriminative features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can be processed efficiently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D20D27F-CCA3-5311-5EAC-405BE858A97F}"/>
              </a:ext>
            </a:extLst>
          </p:cNvPr>
          <p:cNvSpPr txBox="1"/>
          <p:nvPr/>
        </p:nvSpPr>
        <p:spPr>
          <a:xfrm>
            <a:off x="786581" y="868524"/>
            <a:ext cx="93846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Mid-Level Vision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61FEB6-1CA8-1662-7211-0D0CFD74BEE0}"/>
              </a:ext>
            </a:extLst>
          </p:cNvPr>
          <p:cNvSpPr txBox="1"/>
          <p:nvPr/>
        </p:nvSpPr>
        <p:spPr>
          <a:xfrm>
            <a:off x="786581" y="1614044"/>
            <a:ext cx="6272463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3: Structural Interpretation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Mid-level vision transforms extracted features into meaningful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regions, structures, and spatial relationships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Operations: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segmentation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 extraction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Lane detection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localization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 analysis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matching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2CEB8D-7670-9CB5-B437-D0DB43620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3840" y="1928676"/>
            <a:ext cx="4411579" cy="364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Date Placeholder 31">
            <a:extLst>
              <a:ext uri="{FF2B5EF4-FFF2-40B4-BE49-F238E27FC236}">
                <a16:creationId xmlns:a16="http://schemas.microsoft.com/office/drawing/2014/main" id="{D5DB19F8-B538-4965-BA90-ED372B99F5DC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5C44B1-BA82-483C-BD91-F89067442F9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89AF1C-5B36-30E4-9AE5-CE7237EF250A}"/>
              </a:ext>
            </a:extLst>
          </p:cNvPr>
          <p:cNvSpPr txBox="1"/>
          <p:nvPr/>
        </p:nvSpPr>
        <p:spPr>
          <a:xfrm>
            <a:off x="625643" y="796177"/>
            <a:ext cx="60157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Lane &amp; Road Detection 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44E7D2-0BD6-494A-25DC-BEDB3F913F37}"/>
              </a:ext>
            </a:extLst>
          </p:cNvPr>
          <p:cNvSpPr txBox="1"/>
          <p:nvPr/>
        </p:nvSpPr>
        <p:spPr>
          <a:xfrm>
            <a:off x="625643" y="1423506"/>
            <a:ext cx="6015790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Drivable Area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Lane detection is essential for determining the vehicle's position relative to the road.</a:t>
            </a:r>
          </a:p>
          <a:p>
            <a:endParaRPr lang="en-IN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CD63537-EDAA-7A01-E83D-37E2D34B3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643" y="3039333"/>
            <a:ext cx="6355260" cy="334424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49E7ED1-20EB-CB19-3B63-8727B6246739}"/>
              </a:ext>
            </a:extLst>
          </p:cNvPr>
          <p:cNvSpPr txBox="1"/>
          <p:nvPr/>
        </p:nvSpPr>
        <p:spPr>
          <a:xfrm>
            <a:off x="7668126" y="1423506"/>
            <a:ext cx="368567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Output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lane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Lane boundaries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 direction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lane departure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lane keeping and path planning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9393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B78F7A0-88C5-4940-B21C-099F472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2186069-FC8E-433D-9BB4-942220CE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2027ED-6706-6987-4E8C-8E973C569679}"/>
              </a:ext>
            </a:extLst>
          </p:cNvPr>
          <p:cNvSpPr txBox="1"/>
          <p:nvPr/>
        </p:nvSpPr>
        <p:spPr>
          <a:xfrm>
            <a:off x="936522" y="435730"/>
            <a:ext cx="84501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Times" panose="02020603050405020304" pitchFamily="18" charset="0"/>
                <a:cs typeface="Times" panose="02020603050405020304" pitchFamily="18" charset="0"/>
              </a:rPr>
              <a:t>High-Level Vision 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DEBA40-17D2-4573-461C-B41FC4C8FAFD}"/>
              </a:ext>
            </a:extLst>
          </p:cNvPr>
          <p:cNvSpPr txBox="1"/>
          <p:nvPr/>
        </p:nvSpPr>
        <p:spPr>
          <a:xfrm>
            <a:off x="962526" y="1000804"/>
            <a:ext cx="1039127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Stage 4: Semantic Understanding</a:t>
            </a:r>
          </a:p>
          <a:p>
            <a:endParaRPr lang="en-IN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High-level Computer Vision interprets visual information in terms of </a:t>
            </a: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objects and their meaning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</a:p>
          <a:p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Major Tasks :</a:t>
            </a:r>
          </a:p>
          <a:p>
            <a:endParaRPr lang="en-IN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248CC2-65C1-EBF9-8D5D-D93C4B5A6B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034612"/>
              </p:ext>
            </p:extLst>
          </p:nvPr>
        </p:nvGraphicFramePr>
        <p:xfrm>
          <a:off x="2762292" y="2242797"/>
          <a:ext cx="5958922" cy="22250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979461">
                  <a:extLst>
                    <a:ext uri="{9D8B030D-6E8A-4147-A177-3AD203B41FA5}">
                      <a16:colId xmlns:a16="http://schemas.microsoft.com/office/drawing/2014/main" val="1279578179"/>
                    </a:ext>
                  </a:extLst>
                </a:gridCol>
                <a:gridCol w="2979461">
                  <a:extLst>
                    <a:ext uri="{9D8B030D-6E8A-4147-A177-3AD203B41FA5}">
                      <a16:colId xmlns:a16="http://schemas.microsoft.com/office/drawing/2014/main" val="2244665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00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Object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Location of objects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0865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Object category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4119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Recognition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Object identity/type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223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Semantic Segmentation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Pixel-level scene labels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076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Traffic Sign Recognition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Sign 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788425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F236D09F-D14B-F3A0-355C-64E4C07D40FF}"/>
              </a:ext>
            </a:extLst>
          </p:cNvPr>
          <p:cNvSpPr txBox="1"/>
          <p:nvPr/>
        </p:nvSpPr>
        <p:spPr>
          <a:xfrm>
            <a:off x="962526" y="4486418"/>
            <a:ext cx="8931442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The system converts: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Pixel region → “Car”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Pixel region → “Pedestrian”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Pixel region → “Traffic Signal”</a:t>
            </a:r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1178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C22D8C-87A6-47AD-8D29-FBBA539EDB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346909-C2E0-4F1D-90FC-F5E1D8DFB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02F21-4E3C-469E-B11C-921423108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DA550F-A1B8-8B25-12D3-7D9467577BF0}"/>
              </a:ext>
            </a:extLst>
          </p:cNvPr>
          <p:cNvSpPr txBox="1"/>
          <p:nvPr/>
        </p:nvSpPr>
        <p:spPr>
          <a:xfrm>
            <a:off x="838200" y="802197"/>
            <a:ext cx="85985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Times" panose="02020603050405020304" pitchFamily="18" charset="0"/>
                <a:cs typeface="Times" panose="02020603050405020304" pitchFamily="18" charset="0"/>
              </a:rPr>
              <a:t>Object Detection &amp; Tracking :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461E76B-F551-E61E-AE5B-46368181E404}"/>
              </a:ext>
            </a:extLst>
          </p:cNvPr>
          <p:cNvSpPr txBox="1"/>
          <p:nvPr/>
        </p:nvSpPr>
        <p:spPr>
          <a:xfrm>
            <a:off x="838200" y="1576363"/>
            <a:ext cx="517383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Dynamic Object Perception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Autonomous vehicles must understand not only </a:t>
            </a: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what objects exist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, but also how they move.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Detection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Identifies objects in each frame.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Input → Image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Output → Bounding Boxes + Class Labels</a:t>
            </a:r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Tracking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Associates detected objects across consecutive frames.</a:t>
            </a:r>
          </a:p>
          <a:p>
            <a:endParaRPr lang="en-IN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60D59FE-188C-8052-E0E9-7609EE44E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2446" y="1202762"/>
            <a:ext cx="5043949" cy="3364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54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5909F2DC-F097-42AB-88E7-0CA09BD5E2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4A37AA9-0BEE-42AC-8CC0-AE5B86635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52A75-1CD2-44EC-9374-C83D4604A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EEF59A-B01E-C8FD-E6C6-583258303DE2}"/>
              </a:ext>
            </a:extLst>
          </p:cNvPr>
          <p:cNvSpPr txBox="1"/>
          <p:nvPr/>
        </p:nvSpPr>
        <p:spPr>
          <a:xfrm>
            <a:off x="1024624" y="677816"/>
            <a:ext cx="71947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Times" panose="02020603050405020304" pitchFamily="18" charset="0"/>
                <a:cs typeface="Times" panose="02020603050405020304" pitchFamily="18" charset="0"/>
              </a:rPr>
              <a:t>Scene Understanding 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9AD07D-53FB-254E-173B-D51DB25F27EE}"/>
              </a:ext>
            </a:extLst>
          </p:cNvPr>
          <p:cNvSpPr txBox="1"/>
          <p:nvPr/>
        </p:nvSpPr>
        <p:spPr>
          <a:xfrm>
            <a:off x="1024624" y="1263807"/>
            <a:ext cx="9865895" cy="5028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From Individual Objects to a Complete Scene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The vehicle combines information from multiple Computer Vision modules.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Example Road Scene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Detected elements:</a:t>
            </a:r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🛣️ Lane boundaries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🚗 Vehicle ahead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🚶 Pedestrian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🚦 Traffic signal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🚧 Road obstacle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Scene Interpretation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Vehicle ahead is occupying the current lane, while a pedestrian is approaching the crossing area.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This represents a transition from object recognition to contextual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C0E0A-2715-4BF9-8659-0ED8629BA2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75224-81EB-4CDA-BBBE-44B4B2F3C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2F697-D1D4-4B0A-B960-D1869BF86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034C36-AE58-FEC6-6D00-EC24841CE2C6}"/>
              </a:ext>
            </a:extLst>
          </p:cNvPr>
          <p:cNvSpPr txBox="1"/>
          <p:nvPr/>
        </p:nvSpPr>
        <p:spPr>
          <a:xfrm>
            <a:off x="643754" y="404749"/>
            <a:ext cx="73633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Times" panose="02020603050405020304" pitchFamily="18" charset="0"/>
                <a:cs typeface="Times" panose="02020603050405020304" pitchFamily="18" charset="0"/>
              </a:rPr>
              <a:t>Navigation Decision 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68C6F6-7C1C-CEF0-2F49-E43E300B1702}"/>
              </a:ext>
            </a:extLst>
          </p:cNvPr>
          <p:cNvSpPr txBox="1"/>
          <p:nvPr/>
        </p:nvSpPr>
        <p:spPr>
          <a:xfrm>
            <a:off x="722412" y="920195"/>
            <a:ext cx="1055570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From Perception to Driving Action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Visual information is used to support navigation and control.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Decision Pipeline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Object Detection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       +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Lane Detection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       +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Traffic Signal Recognition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       +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Scene Understanding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       ↓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Navigation Decision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       ↓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Vehicle Control</a:t>
            </a:r>
          </a:p>
          <a:p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CD7A55-AA22-0D1D-8E53-1FB03580B31A}"/>
              </a:ext>
            </a:extLst>
          </p:cNvPr>
          <p:cNvSpPr txBox="1"/>
          <p:nvPr/>
        </p:nvSpPr>
        <p:spPr>
          <a:xfrm>
            <a:off x="7243527" y="920195"/>
            <a:ext cx="4491790" cy="5770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Possible Actions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Maintain speed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Brake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Accelerate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Maintain lane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Change lane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Stop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Avoid obstacle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Pedestrian detected in vehicle path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→ Risk assessment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→ Reduce speed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→ Maintain safe distance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2106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2600B4-5BE8-447C-8531-6CD75CB457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7076FA-2B16-4A6F-9631-8D175CE78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88B044-C125-4F21-B6E1-ECBEB976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8F823A-E7BB-4668-930B-C119B7771E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178143" y="0"/>
            <a:ext cx="2013857" cy="14151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173C4F3-0B20-4720-9910-82CE4DCE4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752114" y="0"/>
            <a:ext cx="3439886" cy="5769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6E3FCB4-1D02-7413-B17F-443929B5925A}"/>
              </a:ext>
            </a:extLst>
          </p:cNvPr>
          <p:cNvSpPr txBox="1"/>
          <p:nvPr/>
        </p:nvSpPr>
        <p:spPr>
          <a:xfrm>
            <a:off x="769374" y="1212402"/>
            <a:ext cx="791391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Times" panose="02020603050405020304" pitchFamily="18" charset="0"/>
                <a:cs typeface="Times" panose="02020603050405020304" pitchFamily="18" charset="0"/>
              </a:rPr>
              <a:t>Case Study: Autonomous Vehicle at a Traffic Signal 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75F55F-7223-E0E6-A501-C72C9BEBD8C0}"/>
              </a:ext>
            </a:extLst>
          </p:cNvPr>
          <p:cNvSpPr txBox="1"/>
          <p:nvPr/>
        </p:nvSpPr>
        <p:spPr>
          <a:xfrm>
            <a:off x="838200" y="2133621"/>
            <a:ext cx="820954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The camera captures the road scene.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Low-level vision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 removes noise and detects edges.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Mid-level vision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 identifies lanes and the road area.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High-level vision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 detects cars, pedestrians, and traffic signals.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The system understands the traffic situation.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Red signal + pedestrian ahead → Vehicle stops safely.</a:t>
            </a:r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Final Result: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 Camera Image → Vision Processing → Scene Understanding → Safe Action.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3871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3B6BDC-0568-466F-91ED-52067B366C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A559BE-816C-475D-9ADA-DDFDF14A4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97536-70D1-46C0-A2A2-51A6BB21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BC195A-A679-BA95-AB17-48EECC673B44}"/>
              </a:ext>
            </a:extLst>
          </p:cNvPr>
          <p:cNvSpPr txBox="1"/>
          <p:nvPr/>
        </p:nvSpPr>
        <p:spPr>
          <a:xfrm>
            <a:off x="1034846" y="791306"/>
            <a:ext cx="76480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Times" panose="02020603050405020304" pitchFamily="18" charset="0"/>
                <a:cs typeface="Times" panose="02020603050405020304" pitchFamily="18" charset="0"/>
              </a:rPr>
              <a:t>Conclusion 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17F49E-A1BA-A3A4-C373-B000FD787597}"/>
              </a:ext>
            </a:extLst>
          </p:cNvPr>
          <p:cNvSpPr txBox="1"/>
          <p:nvPr/>
        </p:nvSpPr>
        <p:spPr>
          <a:xfrm>
            <a:off x="962526" y="1588168"/>
            <a:ext cx="912795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Computer Vision enables autonomous vehicles to </a:t>
            </a: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understand their surroundings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 using camera images.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Low-level vision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 improves images and extracts basic features.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Mid-level vision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 identifies important structures such as lanes and road regions.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High-level vision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 detects and recognizes vehicles, pedestrians, and traffic signs.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These stages convert </a:t>
            </a: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raw images into meaningful information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The information helps the vehicle make </a:t>
            </a: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safe and intelligent navigation decisions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Thus, Computer Vision plays a </a:t>
            </a: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key role in autonomous driving and road safety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6997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F9CC1F-102C-49CC-B646-8E6826368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808A03-6EC3-48BE-9D18-5A746D092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868410-BE8A-4C98-9C72-20D0A2A6A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1C5178-5AA4-85EB-9537-0B50FD23E0C3}"/>
              </a:ext>
            </a:extLst>
          </p:cNvPr>
          <p:cNvSpPr txBox="1"/>
          <p:nvPr/>
        </p:nvSpPr>
        <p:spPr>
          <a:xfrm>
            <a:off x="1093839" y="519777"/>
            <a:ext cx="62042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Times" panose="02020603050405020304" pitchFamily="18" charset="0"/>
                <a:cs typeface="Times" panose="02020603050405020304" pitchFamily="18" charset="0"/>
              </a:rPr>
              <a:t>References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49AE5AB-1779-48C4-248E-AD2F3F902EF2}"/>
              </a:ext>
            </a:extLst>
          </p:cNvPr>
          <p:cNvSpPr txBox="1"/>
          <p:nvPr/>
        </p:nvSpPr>
        <p:spPr>
          <a:xfrm>
            <a:off x="1015181" y="1087189"/>
            <a:ext cx="9577136" cy="5770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Rafael C. Gonzalez, Richard E. Woods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IN" i="1" dirty="0">
                <a:latin typeface="Times" panose="02020603050405020304" pitchFamily="18" charset="0"/>
                <a:cs typeface="Times" panose="02020603050405020304" pitchFamily="18" charset="0"/>
              </a:rPr>
              <a:t>Digital Image Processing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4th Edition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, Pearson, </a:t>
            </a: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2018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Richard </a:t>
            </a:r>
            <a:r>
              <a:rPr lang="en-IN" b="1" dirty="0" err="1">
                <a:latin typeface="Times" panose="02020603050405020304" pitchFamily="18" charset="0"/>
                <a:cs typeface="Times" panose="02020603050405020304" pitchFamily="18" charset="0"/>
              </a:rPr>
              <a:t>Szeliski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IN" i="1" dirty="0">
                <a:latin typeface="Times" panose="02020603050405020304" pitchFamily="18" charset="0"/>
                <a:cs typeface="Times" panose="02020603050405020304" pitchFamily="18" charset="0"/>
              </a:rPr>
              <a:t>Computer Vision: Algorithms and Applications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2nd Edition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, Springer, </a:t>
            </a: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2022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. 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  <a:hlinkClick r:id="rId2"/>
              </a:rPr>
              <a:t>Springer</a:t>
            </a:r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David A. Forsyth, Jean Ponce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IN" i="1" dirty="0">
                <a:latin typeface="Times" panose="02020603050405020304" pitchFamily="18" charset="0"/>
                <a:cs typeface="Times" panose="02020603050405020304" pitchFamily="18" charset="0"/>
              </a:rPr>
              <a:t>Computer Vision: A Modern Approach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2nd Edition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, Pearson, </a:t>
            </a: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2012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. </a:t>
            </a:r>
            <a:r>
              <a:rPr lang="en-IN" dirty="0" err="1">
                <a:latin typeface="Times" panose="02020603050405020304" pitchFamily="18" charset="0"/>
                <a:cs typeface="Times" panose="02020603050405020304" pitchFamily="18" charset="0"/>
                <a:hlinkClick r:id="rId3"/>
              </a:rPr>
              <a:t>VisionBook</a:t>
            </a:r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Milan Sonka, Vaclav Hlavac, Roger Boyle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IN" i="1" dirty="0">
                <a:latin typeface="Times" panose="02020603050405020304" pitchFamily="18" charset="0"/>
                <a:cs typeface="Times" panose="02020603050405020304" pitchFamily="18" charset="0"/>
              </a:rPr>
              <a:t>Image Processing, Analysis, and Machine Vision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4th Edition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, Cengage Learning, </a:t>
            </a: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2015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. 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  <a:hlinkClick r:id="rId4"/>
              </a:rPr>
              <a:t>Talis Bristol</a:t>
            </a:r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E. R. Davies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IN" i="1" dirty="0">
                <a:latin typeface="Times" panose="02020603050405020304" pitchFamily="18" charset="0"/>
                <a:cs typeface="Times" panose="02020603050405020304" pitchFamily="18" charset="0"/>
              </a:rPr>
              <a:t>Computer and Machine Vision: Theory, Algorithms and Practicalities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4th Edition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, Academic Press, </a:t>
            </a: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2012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. 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  <a:hlinkClick r:id="rId5"/>
              </a:rPr>
              <a:t>Talis Bristol</a:t>
            </a:r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Simon J. D. Prince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IN" i="1" dirty="0">
                <a:latin typeface="Times" panose="02020603050405020304" pitchFamily="18" charset="0"/>
                <a:cs typeface="Times" panose="02020603050405020304" pitchFamily="18" charset="0"/>
              </a:rPr>
              <a:t>Computer Vision: Models, Learning, and Inference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, Cambridge University Press, </a:t>
            </a: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2012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. </a:t>
            </a:r>
            <a:r>
              <a:rPr lang="en-IN" dirty="0" err="1">
                <a:latin typeface="Times" panose="02020603050405020304" pitchFamily="18" charset="0"/>
                <a:cs typeface="Times" panose="02020603050405020304" pitchFamily="18" charset="0"/>
                <a:hlinkClick r:id="rId3"/>
              </a:rPr>
              <a:t>VisionBook</a:t>
            </a:r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Mark Nixon, Alberto S. Aguado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IN" i="1" dirty="0">
                <a:latin typeface="Times" panose="02020603050405020304" pitchFamily="18" charset="0"/>
                <a:cs typeface="Times" panose="02020603050405020304" pitchFamily="18" charset="0"/>
              </a:rPr>
              <a:t>Feature Extraction and Image Processing for Computer Vision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3rd Edition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, Academic Press, </a:t>
            </a: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2012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. 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  <a:hlinkClick r:id="rId6"/>
              </a:rPr>
              <a:t>Vaagdevi College of Engineering</a:t>
            </a:r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7453048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light sales pitch</Template>
  <TotalTime>97</TotalTime>
  <Words>1054</Words>
  <Application>Microsoft Office PowerPoint</Application>
  <PresentationFormat>Widescreen</PresentationFormat>
  <Paragraphs>213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Tenorite</vt:lpstr>
      <vt:lpstr>Times</vt:lpstr>
      <vt:lpstr>Times New Roman</vt:lpstr>
      <vt:lpstr>Monoline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Keerthii Sekar</dc:creator>
  <cp:lastModifiedBy>Keerthii Sekar</cp:lastModifiedBy>
  <cp:revision>1</cp:revision>
  <dcterms:created xsi:type="dcterms:W3CDTF">2026-10-08T14:33:59Z</dcterms:created>
  <dcterms:modified xsi:type="dcterms:W3CDTF">2026-10-09T02:49:18Z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